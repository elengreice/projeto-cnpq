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4FC3F7"/>
                </a:solidFill>
              </a:rPr>
              <a:t>AGENTIC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Sistema Multi-Agentes para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Análise de Pesquisadores CNPq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Prof. Dr. Eduardo Almeida  |  Aluna: Elen Greice  | 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931920"/>
            <a:ext cx="1645920" cy="914400"/>
          </a:xfrm>
          <a:prstGeom prst="rect">
            <a:avLst>
              <a:gd name="adj" fmla="val 10000"/>
            </a:avLst>
          </a:prstGeom>
          <a:solidFill>
            <a:srgbClr val="0D1B5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</a:rPr>
              <a:t>480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44074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Pesquisadores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34640" y="3931920"/>
            <a:ext cx="1645920" cy="914400"/>
          </a:xfrm>
          <a:prstGeom prst="rect">
            <a:avLst>
              <a:gd name="adj" fmla="val 10000"/>
            </a:avLst>
          </a:prstGeom>
          <a:solidFill>
            <a:srgbClr val="0D1B5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</a:rPr>
              <a:t>16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834640" y="44074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Campos no Dataset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3931920"/>
            <a:ext cx="1645920" cy="914400"/>
          </a:xfrm>
          <a:prstGeom prst="rect">
            <a:avLst>
              <a:gd name="adj" fmla="val 10000"/>
            </a:avLst>
          </a:prstGeom>
          <a:solidFill>
            <a:srgbClr val="0D1B5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</a:rPr>
              <a:t>10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37760" y="44074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Agentes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40880" y="3931920"/>
            <a:ext cx="1645920" cy="914400"/>
          </a:xfrm>
          <a:prstGeom prst="rect">
            <a:avLst>
              <a:gd name="adj" fmla="val 10000"/>
            </a:avLst>
          </a:prstGeom>
          <a:solidFill>
            <a:srgbClr val="0D1B5E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39776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C3F7"/>
                </a:solidFill>
              </a:rPr>
              <a:t>13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040880" y="44074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ADRs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280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Visão Geral e Objetivos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 que o sistema faz e por que foi construído assim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1148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2316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231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5146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Arquitetura Multi-Agentes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926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Agentes, Handoffs, Orchestration e Guardrails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65760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576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37490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Implementação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160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Dataset, scraping, LangChain + GPT-4o, Log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1148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18872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18872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40680" y="12801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ADRs — Decisões de Design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169164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13 decisões documentadas com tentativas e mudanças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423160"/>
            <a:ext cx="41148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42316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42316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40680" y="25146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Demonstração ao Vivo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92608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Dashboard, linguagem natural, exportação, log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41148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657600"/>
            <a:ext cx="50292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65760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C3F7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40680" y="37490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Desafios e Conclusão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4160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Erros enfrentados, soluções e melhorias futuras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Visão Geral do Sistema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O Problema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 CNPq disponibiliza dados de pesquisadores bolsistas em seu site, mas sem uma interface analítica adequada para consultas, cruzamentos e exportações.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 Solução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0175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Plataforma multi-agentes que coleta, enriquece e disponibiliza dados via dashboard interativo com linguagem natural baseada em GPT-4o.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0972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🔍  Coleta CNPq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7830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2011680"/>
            <a:ext cx="3840480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0116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📚  Enriquece Lattes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6974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2926080"/>
            <a:ext cx="3840480" cy="68580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9260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📊  Dashboard Online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36118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3840480"/>
            <a:ext cx="3840480" cy="6858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84048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🤖  Linguagem Natural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Arquitetura Multi-Agentes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1097280"/>
            <a:ext cx="27432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097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Orchestrator Agent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7432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9202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🔍  Scraping 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920240"/>
            <a:ext cx="274320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9202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📚  Enrichment 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743200" cy="65836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9202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⚙️  Data Agent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2743200" cy="658368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834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📥  Data Loader Agent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2834640"/>
            <a:ext cx="2743200" cy="6583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834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 Dashboard Agent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834640"/>
            <a:ext cx="2743200" cy="658368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834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🤖  Query Agent GPT-4o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749040"/>
            <a:ext cx="2743200" cy="658368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7490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📝  Logger Agent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749040"/>
            <a:ext cx="2743200" cy="658368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37490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 Validation Agent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749040"/>
            <a:ext cx="2743200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7490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Update Agent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Por que Multi-Agentes? Separação de responsabilidades, testabilidade individual e substituição de partes sem afetar o todo.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Flow, Orchestration e Handoffs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Coleta (Local)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38404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81328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Scraping Agent → CNPq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121408"/>
            <a:ext cx="3840480" cy="530352"/>
          </a:xfrm>
          <a:prstGeom prst="rect">
            <a:avLst/>
          </a:prstGeom>
          <a:solidFill>
            <a:srgbClr val="E8EE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139696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Data Agent → Infere sexo, UF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779776"/>
            <a:ext cx="38404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798064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Enrichment Agent → Lattes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438144"/>
            <a:ext cx="3840480" cy="530352"/>
          </a:xfrm>
          <a:prstGeom prst="rect">
            <a:avLst/>
          </a:prstGeom>
          <a:solidFill>
            <a:srgbClr val="E8EE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5643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Data Agent → Extrai ano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4096512"/>
            <a:ext cx="384048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114800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Dataset ordenado → GitHub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Dashboard (Online)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1463040"/>
            <a:ext cx="39319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481328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Data Loader → Verifica CNPq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121408"/>
            <a:ext cx="3931920" cy="530352"/>
          </a:xfrm>
          <a:prstGeom prst="rect">
            <a:avLst/>
          </a:prstGeom>
          <a:solidFill>
            <a:srgbClr val="E8EE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139696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Validation Agent → Integridade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779776"/>
            <a:ext cx="39319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798064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Dashboard Agent → Exibe dados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438144"/>
            <a:ext cx="3931920" cy="530352"/>
          </a:xfrm>
          <a:prstGeom prst="rect">
            <a:avLst/>
          </a:prstGeom>
          <a:solidFill>
            <a:srgbClr val="E8EE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456432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Query Agent → GPT-4o executa pandas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4096512"/>
            <a:ext cx="393192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4114800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Logger Agent → Registra tudo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097280"/>
            <a:ext cx="0" cy="402336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e Implementação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Dataset Final — 480 pesquisadores, 16 campos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nome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55448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sexo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instituicao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20840" y="155448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uf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nivel_bolsa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23160" y="210312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area_atuacao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10312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ano_conclusao_doutorado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210312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084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url_lattes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5176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google_scholar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23160" y="265176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2316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formacao_academica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265176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pos_doutorado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20840" y="265176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651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situacao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20040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vigencia_inicio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23160" y="320040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vigencia_termino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0" y="3200400"/>
            <a:ext cx="201168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url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20840" y="3200400"/>
            <a:ext cx="20116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ativo ★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3794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2400E"/>
                </a:solidFill>
              </a:rPr>
              <a:t>★ Campo novo — gerenciado automaticamente (S=ativo no CNPq / N=removido)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" y="4160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Fontes: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188720" y="4160520"/>
            <a:ext cx="14173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88720" y="4160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CNPq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61488" y="4160520"/>
            <a:ext cx="1417320" cy="3200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61488" y="4160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Lattes (Selenium)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34256" y="4160520"/>
            <a:ext cx="1417320" cy="32004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4256" y="4160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gender-guesser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907024" y="4160520"/>
            <a:ext cx="1417320" cy="3200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07024" y="4160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Regex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79792" y="4160520"/>
            <a:ext cx="1417320" cy="320040"/>
          </a:xfrm>
          <a:prstGeom prst="rect">
            <a:avLst/>
          </a:prstGeom>
          <a:solidFill>
            <a:srgbClr val="558B2F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79792" y="4160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Gerado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Query Agent — 5 Versões até a Solução Final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7315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097280"/>
            <a:ext cx="77724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143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Groq + Prompt Simples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Alucinações e erros de cálculo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65376"/>
            <a:ext cx="7315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65376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1865376"/>
            <a:ext cx="77724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191109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Groq + Dados Pré-calculados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18541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Falha em cruzamentos de 3+ campos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33472"/>
            <a:ext cx="731520" cy="6400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633472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97280" y="2633472"/>
            <a:ext cx="77724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2679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Groq + LangChain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295351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Erro 413 — limite de 6.000 tokens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401568"/>
            <a:ext cx="73152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401568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3401568"/>
            <a:ext cx="777240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3447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GPT-4o + Dataset Completo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72160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Erro 429 — 44.585 tokens solicitados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169664"/>
            <a:ext cx="731520" cy="6400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169664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97280" y="4169664"/>
            <a:ext cx="7772400" cy="64008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42153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GPT-4o + Colunas Essenciais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88720" y="44897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</a:rPr>
              <a:t>✅ Funcionando perfeitamente!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" y="495604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E2761"/>
                </a:solidFill>
              </a:rPr>
              <a:t>Text-to-Pandas: GPT-4o gera código pandas → LangChain executa nos dados reais → resultado preciso sem alucinações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Guardrails, Resiliência e MCP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Guardrails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Validação de linhas (6+ colunas)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929384"/>
            <a:ext cx="2743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2938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Deduplicação por nome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50008"/>
            <a:ext cx="2743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500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Timeout 15s nas requisições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770632"/>
            <a:ext cx="2743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7063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Cache 1h para evitar sobrecarga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191256"/>
            <a:ext cx="2743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912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Campo ativo — histórico preservado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2743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Fallback triplo: CNPq→GitHub→Local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032504"/>
            <a:ext cx="2743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325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max_iterations no LangChain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453128"/>
            <a:ext cx="274320" cy="3200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531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Confirmação explícita do usuário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1097280"/>
            <a:ext cx="0" cy="384048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MCP — Text-to-Pandas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754880" y="15087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Usuário faz pergunta em português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19472" y="1874520"/>
            <a:ext cx="0" cy="292608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216712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2167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LangChain envia schema + pergunta ao GPT-4o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19472" y="2532888"/>
            <a:ext cx="0" cy="292608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282549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2825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28254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GPT-4o gera código pandas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19472" y="3191256"/>
            <a:ext cx="0" cy="292608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3483864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483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348386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LangChain executa nos dados reais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919472" y="3849624"/>
            <a:ext cx="0" cy="292608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414223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4142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212080" y="41422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GPT-4o formata resultado em português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47731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59669"/>
                </a:solidFill>
              </a:rPr>
              <a:t>Resultado: qualquer cruzamento de campos respondido com precisão total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Architecture Decision Records — 13 ADRs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53312" y="1188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Arquitetura Multi-Agentes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53312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Separação de responsabilidades vs. sistema monolítico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11096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911096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11096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ADR-003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9568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Scraping CNPq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53312" y="22311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requests+BS4 vs. Selenium (HTML estático)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679192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79192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79192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ADR-004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53312" y="27249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Scraping Lattes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53312" y="29992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Selenium após falha de requests e XML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447288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47288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4728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ADR-006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53312" y="34930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Hospedagem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53312" y="3767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Streamlit Cloud após bloqueio do firewall local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215384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15384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1538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ADR-007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53312" y="426110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Fonte dos Dados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353312" y="45354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Fallback triplo após timeout no Streamlit Cloud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143000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1143000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143000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ADR-009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33872" y="1188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Ciclo de Vida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33872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Campo ativo para preservar histórico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911096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0" y="1911096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1911096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ADR-010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33872" y="195681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Data Loader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33872" y="22311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Single Responsibility — módulo separado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679192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2679192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679192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ADR-011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33872" y="27249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Query Agent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833872" y="29992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versões — Text-to-Pandas com GPT-4o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447288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3447288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3447288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ADR-012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33872" y="34930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Google Scholar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833872" y="3767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URL de busca após scholarly ser bloqueado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4215384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4215384"/>
            <a:ext cx="100584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4215384"/>
            <a:ext cx="1005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</a:rPr>
              <a:t>ADR-013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833872" y="426110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Atualização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833872" y="45354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Script local após limitação do Streamlit Cloud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🖥️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Demonstração ao Vivo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2468880"/>
            <a:ext cx="27432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📊  Dashboard com filtros e gráficos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🔍  Linguagem natural — cruzamento de 3+ campos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3657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📥  Exportação CSV e PDF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4114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📝  Log de operações em tempo real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4572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🔄  Detecção de novos pesquisadores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Principais Desafios e Conclusão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Desafio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6344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Solução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384048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❌  Firewall local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411480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✅  Deploy no Streamlit Cloud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463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384048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❌  CNPq bloqueou Streamlit Cloud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11480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✅  Fallback triplo com GitHub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560320"/>
            <a:ext cx="384048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❌  CAPTCHA no Lattes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560320"/>
            <a:ext cx="411480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5603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✅  Selenium com resolução manual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108960"/>
            <a:ext cx="384048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❌  96 sexos indefinidos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108960"/>
            <a:ext cx="411480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108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✅  Dicionário manual de nomes brasileiros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4320" y="3657600"/>
            <a:ext cx="384048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❌  Alucinações no Query Agent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657600"/>
            <a:ext cx="411480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657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✅  Text-to-Pandas com GPT-4o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0" y="36576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74320" y="4206240"/>
            <a:ext cx="384048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206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❌  Erro 429 (44.585 tokens)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4206240"/>
            <a:ext cx="411480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206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✅  Redução para colunas essenciais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06240" y="4206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Sistema completo: 480 pesquisadores | 10 agentes | GPT-4o | 13 ADRs | Dashboard online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D1B5E"/>
          </a:solidFill>
          <a:ln w="12700">
            <a:solidFill>
              <a:srgbClr val="0D1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Obrigada!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200400" y="2651760"/>
            <a:ext cx="27432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GitHub: github.com/elengreice/projeto-cnpq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Perguntas?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Multi-Agentes - Pesquisadores CNPq</dc:title>
  <dc:subject>PptxGenJS Presentation</dc:subject>
  <dc:creator>PptxGenJS</dc:creator>
  <cp:lastModifiedBy>PptxGenJS</cp:lastModifiedBy>
  <cp:revision>1</cp:revision>
  <dcterms:created xsi:type="dcterms:W3CDTF">2026-06-01T19:54:55Z</dcterms:created>
  <dcterms:modified xsi:type="dcterms:W3CDTF">2026-06-01T19:54:55Z</dcterms:modified>
</cp:coreProperties>
</file>