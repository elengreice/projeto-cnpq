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4FC3F7"/>
                </a:solidFill>
              </a:rPr>
              <a:t>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Multi-Agent System for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CNPq Researchers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Prof. Dr. Eduardo Almeida  |  Student: Elen Greice  |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645920" cy="914400"/>
          </a:xfrm>
          <a:prstGeom prst="rect">
            <a:avLst/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480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Researchers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3931920"/>
            <a:ext cx="1645920" cy="914400"/>
          </a:xfrm>
          <a:prstGeom prst="rect">
            <a:avLst/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3464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Dataset Fields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3931920"/>
            <a:ext cx="1645920" cy="914400"/>
          </a:xfrm>
          <a:prstGeom prst="rect">
            <a:avLst/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3931920"/>
            <a:ext cx="1645920" cy="914400"/>
          </a:xfrm>
          <a:prstGeom prst="rect">
            <a:avLst/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ADRs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Overview &amp; Objectives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What the system does and why it was built this 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2316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Multi-Agent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Agents, Handoffs, Orchestration &amp; Guardrails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65760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Implementation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Dataset, scraping, LangChain + GPT-4o,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18872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ADRs — Design Decisions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 decisions documented with attempts and changes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2316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Live Demonstration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Dashboard, natural language, export, log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5760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Challenges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Errors faced, solutions and future improvements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System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CNPq provides data on grant researchers on its website, but without an adequate analytical interface for queries, cross-referencing and exports.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 Solution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Multi-agent platform that collects, enriches and makes data available via interactive dashboard with natural language powered by GPT-4o.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🔍  CNPq Collection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840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📚  Lattes Enrichment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926080"/>
            <a:ext cx="3840480" cy="6858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 Online 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840480"/>
            <a:ext cx="3840480" cy="6858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840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🤖  Natural Language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Multi-Agent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Orchestrator Agent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Scraping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7432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920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Enrichment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74320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Data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274320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34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📥  Data Loader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834640"/>
            <a:ext cx="274320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834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Dashboard 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2743200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834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Query Agent GPT-4o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2743200" cy="65836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 Logger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749040"/>
            <a:ext cx="2743200" cy="65836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Validation 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74320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Update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Why Multi-Agents? Separation of responsibilities, individual testability and replacement of parts without affecting the whole.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Flow, Orchestration &amp; Handoffs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Data Collection (Local)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840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Scraping Agent → CNPq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384048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3969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 Agent → Infers gender, UF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779776"/>
            <a:ext cx="3840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9806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Enrichment Agent → Lattes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438144"/>
            <a:ext cx="384048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564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 Agent → Extracts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3840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Sorted dataset →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Dashboard (Online)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931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813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 Loader → Checks CNPq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121408"/>
            <a:ext cx="393192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3969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Validation Agent → Integrity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779776"/>
            <a:ext cx="3931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9806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Dashboard Agent → Displays 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438144"/>
            <a:ext cx="393192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456432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Query Agent → GPT-4o runs pandas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096512"/>
            <a:ext cx="3931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114800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Logger Agent → Records everything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0" cy="4023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&amp;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Final Dataset — 480 researchers, 16 fields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name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gender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institution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state (UF)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grant_level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research_area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phd_year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lattes_url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google_scholar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academic_background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postdoc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status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0040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start_date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320040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end_date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20040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cnpq_url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3200400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active 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794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400E"/>
                </a:solidFill>
              </a:rPr>
              <a:t>★ New field — auto-managed (S=active on CNPq / N=removed)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160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Sources: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280160" y="4160520"/>
            <a:ext cx="14173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CNPq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52928" y="4160520"/>
            <a:ext cx="14173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52928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Lattes (Selenium)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25696" y="4160520"/>
            <a:ext cx="1417320" cy="3200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gender-guesser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98464" y="4160520"/>
            <a:ext cx="141732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98464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Regex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71232" y="4160520"/>
            <a:ext cx="1417320" cy="32004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1232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Query Agent — 5 Versions Until the Final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097280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Groq + Simple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Hallucinations and calculation errors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6537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1865376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911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Groq + Pre-calculated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854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Failed on 3+ field cross-references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633472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Groq + LangChain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9535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Error 413 — 6,000 token limit exceeded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7315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015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401568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447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GPT-4o + Full Dataset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7216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Error 429 — 44,585 tokens requested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69664"/>
            <a:ext cx="7315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696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4169664"/>
            <a:ext cx="777240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215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GPT-4o + Essential Columns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4897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✅ Working perfectly!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560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2761"/>
                </a:solidFill>
              </a:rPr>
              <a:t>Text-to-Pandas: GPT-4o generates pandas code → LangChain runs it on real data → accurate result without hallucinations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Guardrails, Resilience &amp;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Row validation (6+ columns required)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29384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93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Deduplication by name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50008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00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15s timeout on requests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70632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70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1h cache to avoid overload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91256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91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Active field — history preserved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Triple fallback: CNPq→GitHub→Local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32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max_iterations in LangChain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453128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53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Explicit user confirmation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0" cy="38404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MCP — Text-to-Pandas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 asks a question in Portuguese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1874520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16712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167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LangChain sends schema + question to GPT-4o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2532888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82549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8254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GPT-4o generates pandas code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19472" y="3191256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48386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4838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LangChain runs it on real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3849624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4142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GPT-4o formats result in Portuguese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4773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59669"/>
                </a:solidFill>
              </a:rPr>
              <a:t>Result: any field cross-reference answered with total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Decision Records — 13 ADRs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Multi-Agent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Separation of responsibilities vs. monolithic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1096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1109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CNPq Scraping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53312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requests+BS4 vs. Selenium (static HTML)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7919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79192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7919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724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Lattes Scraping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53312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Selenium after requests and XML failure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47288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47288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472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53312" y="3493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Hosting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53312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Streamlit Cloud after local firewall block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15384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15384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1538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53312" y="4261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53312" y="4535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Triple fallback after Streamlit Cloud timeout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143000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143000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1430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Lifecycle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Active field to preserve researcher history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91109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911096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91109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33872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Loader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33872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Responsibility — separate module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67919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679192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7919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33872" y="2724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Query Agent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33872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versions — Text-to-Pandas with GPT-4o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447288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447288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4472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33872" y="3493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Google Scholar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33872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Search URL after scholarly was blocked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215384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215384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21538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33872" y="4261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Update Process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33872" y="4535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 script after Streamlit Cloud limitation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🖥️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Live Demonstration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📊  Dashboard with filters and charts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🔍  Natural language — 3+ field cross-referencing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📥  CSV and PDF export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📝  Real-time operations log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🔄  New researcher detection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Main Challenges &amp;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Local firewall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Deploy on Streamlit Cloud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CNPq blocked Streamlit Cloud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Triple fallback with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CAPTCHA on Lattes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Selenium with manual resolution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96 undefined genders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Manual dictionary of Brazilian names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Hallucinations in Query Agent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Text-to-Pandas with GPT-4o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Error 429 (44,585 tokens)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20624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Reduction to essential columns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system: 480 researchers | 10 agents | GPT-4o | 13 ADRs | Online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GitHub: github.com/elengreice/projeto-cnpq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System - CNPq Researchers</dc:title>
  <dc:subject>PptxGenJS Presentation</dc:subject>
  <dc:creator>PptxGenJS</dc:creator>
  <cp:lastModifiedBy>PptxGenJS</cp:lastModifiedBy>
  <cp:revision>1</cp:revision>
  <dcterms:created xsi:type="dcterms:W3CDTF">2026-06-01T20:00:07Z</dcterms:created>
  <dcterms:modified xsi:type="dcterms:W3CDTF">2026-06-01T20:00:07Z</dcterms:modified>
</cp:coreProperties>
</file>